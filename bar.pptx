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1536E-6AD7-71B2-E132-26787EB2D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1C233-97AA-5437-EEAE-BB827DAEC5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A0704-7E1F-567B-3DD9-EA04B35D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25127-42C4-88E2-6692-FFC978C3A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80937-598C-7DA6-7F29-5C5B80B2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045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8288-2B77-0135-90AC-0AC27897E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A1072-0AB1-9171-5C6D-B01A6696B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8137D-33C2-ACEA-0BB5-508D87097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F7598-1229-BC8F-2477-A9BE9BBE3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26733-6120-049C-1E29-E170D0AD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29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096DC-428E-4CAF-EBDB-2F7E33593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E7567-0F0B-A261-9808-199045D9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4794B-9C9E-5B9A-C73D-54A00B9B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1206D-817A-E982-7536-3CB0D5FB8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8FB4E-E83A-F496-9BA8-D58961A0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73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E745-91F0-85A6-61E3-FE5FD7BF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BF5CE-6F25-40A4-4A25-7BCC0ECDE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10F23F-D5DC-A923-FEEA-AA8F7F775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33C3EE-064F-3236-992A-D9518143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F4A23-955F-184C-5FDE-5176501B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882973-2786-E432-BD82-0497B57E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83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A585-D2C1-B8F6-070F-A131A5E0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9915B-E48B-FACB-59F4-D3F7FCB3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0B3DA-7B73-45B1-FD82-C5D7AB7D5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E14B1-79A3-793A-77B1-D6C07806C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D52D0E-9DD1-559A-38EC-CC18B3929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7D5B5-7B2B-6B48-C1EA-B5084098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D85556-524E-B961-D0F4-0E07C5686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CC86A0-6CC4-1541-FD6C-73BD34D9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722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E750-0466-4238-0541-9E6BF013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29B9C3-D90C-5041-5643-AEA8C60B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AA381-982D-1C5D-0089-51266181B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55D0B-6079-F5C7-4B71-BDCFF0342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262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C7E4A-A7E2-AD09-F633-452C6977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E3D49-0166-8148-399B-EBEF8BE56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32DBE-2105-FD2B-1611-9BE2CD3E7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70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60E4-65D3-260D-781E-6BAD9596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4F36-93BC-B17F-59B4-D934E3FFB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25985-71B2-EB95-51AF-117AACE0F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93E99-679D-3B91-58E2-31EF4308A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5A4EC-2409-47E7-497B-A3195CCDE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08E49-6366-A957-3BDC-87A8B772B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02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742A-F1DC-70EE-FE32-901CAD1A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C8F5C-7669-B8C2-1ED7-7FAEF5EA5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6A44F-8FC6-CC3C-7090-3BC366750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D6D4E-5DCF-3945-6804-B620A1E3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DB369-0C43-A622-4C1B-A9ADDDB4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F450E-4212-18DC-4D87-9AEA726F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013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4DFC-8EB8-9786-8B78-873492B8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91D3C-65BF-4DD4-74D4-D7CEE453F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69795-4A86-3EBE-D73F-9DB4BC31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09D45-4373-5C12-D534-EEF009C7B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225D-9D64-3DAB-A5F6-AE0D8062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29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AEEA5-76F4-04E0-AAEC-EC0324AE4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929D55-94BE-65D8-F5F0-95CD112AF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F5393-A051-9214-5436-EBC0B76E6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97449-C8AD-1976-E052-1F4A2A2C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10B7-A890-4EA1-E8CB-4D18CC32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407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1699EB-D4A0-2F65-6BE6-7ED1CE0B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E1103-8DCC-2373-0524-6890BCF18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12C69-7906-5397-A8CD-B44258C62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078D1-7016-4EF6-8537-80C556CFA752}" type="datetimeFigureOut">
              <a:rPr lang="zh-TW" altLang="en-US" smtClean="0"/>
              <a:t>2026/3/15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BD209-787B-8A50-D5D1-E96640DBA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D79F2-625E-514E-B286-081C1FC40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1DABD-779E-4634-9709-E53882FD9FA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841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299BB-A64E-F417-E458-25F9BB7C5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09EBB-D5B4-79B8-63E8-2572B2781F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7865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3CAED19-B4BF-5573-D6D1-EDE37A082380}"/>
              </a:ext>
            </a:extLst>
          </p:cNvPr>
          <p:cNvGrpSpPr/>
          <p:nvPr/>
        </p:nvGrpSpPr>
        <p:grpSpPr>
          <a:xfrm>
            <a:off x="-53340" y="1206500"/>
            <a:ext cx="12245340" cy="4445000"/>
            <a:chOff x="-53340" y="1206500"/>
            <a:chExt cx="12245340" cy="4445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25D48A-F5A7-FF0F-7544-F9518935D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06500"/>
              <a:ext cx="12192000" cy="4445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4E00C1-9219-5CA5-1E70-665FA847C37C}"/>
                </a:ext>
              </a:extLst>
            </p:cNvPr>
            <p:cNvSpPr/>
            <p:nvPr/>
          </p:nvSpPr>
          <p:spPr>
            <a:xfrm>
              <a:off x="-53340" y="1206500"/>
              <a:ext cx="12245340" cy="4445000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34902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6F472AB-4F7D-FFFD-B22B-9223813B7C9F}"/>
                </a:ext>
              </a:extLst>
            </p:cNvPr>
            <p:cNvSpPr txBox="1"/>
            <p:nvPr/>
          </p:nvSpPr>
          <p:spPr>
            <a:xfrm>
              <a:off x="2080260" y="2895600"/>
              <a:ext cx="4853940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b="1" dirty="0">
                  <a:solidFill>
                    <a:schemeClr val="bg1"/>
                  </a:solidFill>
                </a:rPr>
                <a:t>Customer Churn Analytics for Latin American Fintech</a:t>
              </a:r>
            </a:p>
            <a:p>
              <a:endParaRPr lang="en-US" altLang="zh-TW" sz="900" dirty="0">
                <a:solidFill>
                  <a:schemeClr val="bg1"/>
                </a:solidFill>
              </a:endParaRPr>
            </a:p>
            <a:p>
              <a:r>
                <a:rPr lang="en-US" altLang="zh-TW" sz="900" dirty="0">
                  <a:solidFill>
                    <a:schemeClr val="bg1"/>
                  </a:solidFill>
                </a:rPr>
                <a:t>This project analyzes customer churn behavior through data preprocessing, EDA, CDA, clustering, and predict model, with further insights from model evaluation, feature importance, and scenario prediction.</a:t>
              </a:r>
              <a:endParaRPr lang="zh-TW" altLang="en-US" sz="9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3561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f695e7-d290-48c0-8375-d7d7e0a64f3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86CADDA0629943839ECF6ACE7755A4" ma:contentTypeVersion="9" ma:contentTypeDescription="Create a new document." ma:contentTypeScope="" ma:versionID="6185574e6cb1be64efeee353f46e4cb6">
  <xsd:schema xmlns:xsd="http://www.w3.org/2001/XMLSchema" xmlns:xs="http://www.w3.org/2001/XMLSchema" xmlns:p="http://schemas.microsoft.com/office/2006/metadata/properties" xmlns:ns3="c4f695e7-d290-48c0-8375-d7d7e0a64f3e" targetNamespace="http://schemas.microsoft.com/office/2006/metadata/properties" ma:root="true" ma:fieldsID="eb94942a3a28bda14b567744bb7d193e" ns3:_="">
    <xsd:import namespace="c4f695e7-d290-48c0-8375-d7d7e0a64f3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f695e7-d290-48c0-8375-d7d7e0a64f3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AF0A12-F4C0-4ADF-AC11-CB8363F8C6AE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c4f695e7-d290-48c0-8375-d7d7e0a64f3e"/>
    <ds:schemaRef ds:uri="http://schemas.microsoft.com/office/2006/metadata/properties"/>
    <ds:schemaRef ds:uri="http://purl.org/dc/dcmitype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C638A4E-A86B-4E68-9699-ECE5CAC1C1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A3F65B-5FB5-4D94-9AED-95506D612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f695e7-d290-48c0-8375-d7d7e0a64f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SHIH Hua-hsuan</dc:creator>
  <cp:lastModifiedBy>SHIH Hua-hsuan</cp:lastModifiedBy>
  <cp:revision>1</cp:revision>
  <dcterms:created xsi:type="dcterms:W3CDTF">2026-03-15T06:58:57Z</dcterms:created>
  <dcterms:modified xsi:type="dcterms:W3CDTF">2026-03-15T07:12:44Z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0x010100C386CADDA0629943839ECF6ACE7755A4</vt:lpwstr>
  </property>
</Properties>
</file>